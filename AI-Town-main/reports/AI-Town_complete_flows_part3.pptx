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4｜短期記憶（STM）— 三層情節結構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583680" cy="43891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STM Turn 結構（一筆記錄）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</a:rPr>
              <a:t>turn_id 格式：D001_T003  （第1天第3個turn）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</a:rPr>
              <a:t>摘要turn：D002_T000（T000保留給昨日摘要）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6309360" cy="292608"/>
          </a:xfrm>
          <a:prstGeom prst="rect">
            <a:avLst/>
          </a:prstGeom>
          <a:solidFill>
            <a:srgbClr val="00B894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556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perception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location    → 當前地點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yolo_desc   → YOLO偵測描述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4261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 → 場景文字描述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26664"/>
            <a:ext cx="6309360" cy="292608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0449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4670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input_text  → 接收的對話/事件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63931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action      → 執行的行動動詞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target      → 對象角色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245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content     → 對話內容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608576"/>
            <a:ext cx="6309360" cy="292608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62686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92861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thought  → 內心想法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22122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emotion  → 當前情緒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749808"/>
            <a:ext cx="5029200" cy="228600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777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關鍵參數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11704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STM_SAFETY_LIMIT = 50（超過觸發中途濃縮）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69480" y="1554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STM_KEEP_AFTER_CONS = 5（睡眠後保留最近5筆）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69480" y="1938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安全閥觸發：midday consolidation（中途濃縮）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3154680"/>
            <a:ext cx="5029200" cy="201168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182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主要方法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35661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add_turn()  — 寫入一筆3層記錄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38862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get_today_narrative()  — 輸出敘述化文字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42062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get_recent_actions(n)  — 取最近n筆行動（給inertia）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4526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shrink_to_summary()  — 睡眠後縮減STM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48463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is_over_safety_limit()  — 安全閥檢查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5257800"/>
            <a:ext cx="11795760" cy="137160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28523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敘述化輸出範例（_turn_to_narrative）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5961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[08:00] 在咖啡廳，看到2個人、1個杯子。  聽到：Ben對你說：早安。  對Ben說：「早安，今天想喝什麼？」  內心想：Ben看起來心情不錯（情緒：平靜）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4｜長期記憶（LTM）— HAM 5元組 + 衰減機制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669280" cy="411480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HAM 5元組結構（Human Associative Memory）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6E72"/>
                </a:solidFill>
              </a:rPr>
              <a:t>理論基礎：Anderson &amp; Bower (1973)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id: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"L001"  — 唯一識別碼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subject: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"Amy"  — 主語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relation: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157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"遇見"  — 關係/動詞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054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object: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05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"Ben"  — 受語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852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location: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"咖啡廳"  — 地點上下文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time: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"第3天 早上"  — 時間上下文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strength: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1.0  — 記憶強度（0.0~1.0）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953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access_count: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895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  — 被提取次數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2428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encoded_day: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4242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3  — 寫入的天數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749808"/>
            <a:ext cx="5943600" cy="292608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衰減機制（apply_decay）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11430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公式：actual_decay = LTM_DECAY_RATE / (1 + access_count × 0.5)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148132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</a:rPr>
              <a:t>LTM_DECAY_RATE = 0.05（每天）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access_count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actual_decay/天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9556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說明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0.05 / 1.0 = 0.050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9556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未被使用，正常衰減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0.05 / 2.0 = 0.025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9556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提取2次，衰減減半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</a:rPr>
              <a:t>0.05 / 6.0 ≈ 0.008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9556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</a:rPr>
              <a:t>常用記憶，幾乎不衰減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794760"/>
            <a:ext cx="5943600" cy="196596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822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touch() 提取加強 + prune() 遺忘修剪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55080" y="42062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touch()：被 spreading_retrieve 命中時呼叫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44805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→ access_count += 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7548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→ strength 重置為 1.0（記憶強化）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50292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prune()：每天睡眠後執行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530352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→ strength &lt; LTM_FORGET_THRESHOLD(0.2) → 刪除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55778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→ 效果：久未使用的記憶自然消失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983480"/>
            <a:ext cx="5669280" cy="1188720"/>
          </a:xfrm>
          <a:prstGeom prst="rect">
            <a:avLst/>
          </a:prstGeom>
          <a:solidFill>
            <a:srgbClr val="FDCB6E">
              <a:alpha val="15000"/>
            </a:srgbClr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010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記憶存活天數估算（未被提取）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5321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strength從1.0開始，每天減0.05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到 strength=0.2 需要 (1.0-0.2)/0.05 = 16 天後自動刪除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4｜擴散激活（Spreading Activation）— BFS 記憶檢索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E72"/>
                </a:solidFill>
              </a:rPr>
              <a:t>理論基礎：Anderson (1983) ACT* — 記憶節點在語意網絡中擴散傳播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6858000" cy="493776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</a:rPr>
              <a:t>BFS 擴散激活演算法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① 初始化：起始節點集合（query_nodes 中每個節點 activation=1.0）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② BFS 隊列：queue = [(node, hop=1, activation=1.0)]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③ 每次取出節點：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 prop_activation = activation_decay^(hop-1) = 0.4^(hop-1)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 hop=1: prop_activation = 0.4^0 =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 hop=2: prop_activation = 0.4^1 = 0.4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④ 過濾條件（同時滿足）：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7530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 a. prop_activation ≥ HAM_RETRIEVE_THRESHOLD = 0.3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 b. hop ≤ HAM_TRAVERSE_MAX_HOPS =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 c. 節點未被訪問過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⑤ 加入結果：{proposition, activation, hops}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7823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⑥ 繼續展開：把鄰居節點加入隊列（hop+1）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08406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⑦ 排序：activation 降序，相同則 hops 升序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38581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⑧ 取 top_k = 20 筆返回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1024128"/>
            <a:ext cx="4754880" cy="219456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051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關鍵參數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HAM_TRAVERSE_MAX_HOPS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HAM_ACTIVATION_DECAY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0" y="1874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0.4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HAM_RETRIEVE_THRESHOLD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0.3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top_k（返回上限）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3337560"/>
            <a:ext cx="4754880" cy="260604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33649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範例（Amy + Ben + 咖啡廳 為起始節點）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命題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hop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5276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activation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Amy 遇見 Ben（咖啡廳）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9828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5276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1.0 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4380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Amy 暗戀 David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9828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5276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1.0 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Ben 送給 Amy 禮物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9828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5276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0.4 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4380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Ben 在 超市 工作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9828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65276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0.4 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4380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</a:rPr>
              <a:t>David 是 畫家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9828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5276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</a:rPr>
              <a:t>0.16 ✗過濾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3a｜RL 價值追蹤器（ActionValueTracker）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669280" cy="228600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價值衰減機制（每 tick 執行）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公式：V(a) = V(a) × VALUE_DECAY  （VALUE_DECAY = 0.85）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初始 V(賣咖啡) = 0.50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739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tick +1: 0.50 × 0.85 = 0.425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tick +2: 0.425 × 0.85 = 0.361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tick +5: 0.50 × 0.85⁵ ≈ 0.222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舊記憶自然淡化，近期行為影響更大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749808"/>
            <a:ext cx="5943600" cy="4206240"/>
          </a:xfrm>
          <a:prstGeom prst="rect">
            <a:avLst/>
          </a:prstGeom>
          <a:solidFill>
            <a:srgbClr val="FDCB6E">
              <a:alpha val="12000"/>
            </a:srgbClr>
          </a:solidFill>
          <a:ln w="19050">
            <a:solidFill>
              <a:srgbClr val="FDC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獎勵信號定義（reward constants）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188720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情緒改善（負→正）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0" y="118872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+0.50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618488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情緒回歸中性（負→平靜）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0" y="161848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+0.15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048256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情緒惡化（正/平靜→負）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0" y="204825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−0.45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478024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C下降 ≥ 0.12（困惑度降低）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0" y="247802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+0.30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907792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C上升 ≥ 0.15（困惑度飆升）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0" y="29077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−0.35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3337560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對話被接受（DIALOGUE_ACCEPT）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72800" y="333756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+0.25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3767328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時間表命中（SCHEDULE_HIT）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72800" y="376732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+0.20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5669280" cy="20116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82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Q值更新機制（類 Q-learning + Eligibility Trace）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547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① 每tick結束後計算當前獎勵 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822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② 所有行動的 Q 值 × VALUE_DECAY（衰減）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096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③ Q(chosen_action) += r（當前行動加獎勵）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3708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④ Markov delta分支使用 get_scores() 作為 P_value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645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⑤ 效果：好行動累積正值，壞行動累積負值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919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類似 Q(s,a) ← Q(s,a) + α[r - Q(s,a)]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5257800"/>
            <a:ext cx="11795760" cy="132588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28523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模擬範例：Amy 告白事件後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596128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情緒：平靜→緊張（惡化）→ reward=-0.45   C上升0.22≥0.15 → reward=-0.35   合計reward=-0.80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Q(休息) += -0.80  →  下一tick休息的機率（delta分支）降低，Markov更傾向對話或前往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4｜Weight Adapter — 每日 SGD-like 自適應學習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029200" cy="173736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初始預設權重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α (schedule)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0.40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β (inertia)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γ (situation)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792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0.20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δ (value)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0.10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749808"/>
            <a:ext cx="6583680" cy="2560320"/>
          </a:xfrm>
          <a:prstGeom prst="rect">
            <a:avLst/>
          </a:prstGeom>
          <a:solidFill>
            <a:srgbClr val="1A1A2E">
              <a:alpha val="92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</a:rPr>
              <a:t>SGD-like 更新公式（update_weights，每天睡覺時執行）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114300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α += LR × r × (sched_p − α)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β += LR × r × (iner_p  − β)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γ += LR × r × (situ_p  − γ)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δ += LR × r × (val_p   − δ)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LR = LEARNING_RATE = 0.05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 = 當日平均reward   sched_p/iner_p/situ_p/val_p = 各來源在該tick的機率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5029200" cy="20116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33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後處理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① Clip：每個權重 clamp 到 [0.05, 0.85]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MIN_WEIGHT = 0.05   MAX_WEIGHT = 0.85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② 正規化：total = α+β+γ+δ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9776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   每個權重 /= total（總和=1）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976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③ 浮點修正：餘差加回 α（確保精確=1.0）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429000"/>
            <a:ext cx="6583680" cy="320040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456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模擬範例：Amy 第3天學習後的權重更新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初始：α=0.40, β=0.30, γ=0.20, δ=0.10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41422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44439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當日記錄（3 ticks）：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47457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tick1: r=+0.20, sched_p=0.62, iner_p=0.45, situ_p=0.38, val_p=0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50474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tick2: r=-0.45, sched_p=0.30, iner_p=0.35, situ_p=0.55, val_p=0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5349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tick3: r=+0.25, sched_p=0.50, iner_p=0.40, situ_p=0.42, val_p=0.2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56509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59527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更新後（clip+正規化）→ α≈0.39, β≈0.30, γ≈0.21, δ≈0.10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62544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Amy 略微增加對「情境」的依賴（γ上升）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4｜睡眠鞏固 12 步驟（consolidation.py）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</a:rPr>
              <a:t>理論基礎：Diekelmann &amp; Born (2010) — 睡眠不清空記憶，而是「轉移與整合」STM→LTM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① 取出今日STM敘述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stm.get_today_narrative() → narrative文字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56816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0253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② 抽取HAM 5元組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prompt_extract_ham(narrative)，Phi-3.5，max_tokens=500 → HAM列表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352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③ 篩選重要HAM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prompt_select_ltm，max_tokens=200，最多5筆寫入LTM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679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④ 寫入LTM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ltm.encode_batch(selected_hams) → 新增節點+邊到MemoryGraph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006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⑤ 更新LTM摘要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1389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模型生成新摘要，max_tokens=80，上限200字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687568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332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⑥ 更新關係摘要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0716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找出narrative中出現的角色，模型更新各對關係描述，max_tokens=80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024128"/>
            <a:ext cx="562356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06984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⑦ 情緒判斷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4081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today_max_K&lt;0.5→直接平靜；≥0.5→模型推斷，max_tokens=10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956816"/>
            <a:ext cx="562356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00253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⑧ 生成隔天時間表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3408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職業範本+LTM摘要，模型生成，max_tokens=500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889504"/>
            <a:ext cx="562356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9352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⑨ 時間表規則檢查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2735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確認必要時段（睡覺/起床）、時間順序正確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822192"/>
            <a:ext cx="562356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8679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⑩ LTM衰減+修剪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apply_decay() 全體衰減；prune() 刪除 strength&lt;0.2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754880"/>
            <a:ext cx="562356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8006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⑪ STM縮減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51389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shrink_to_summary()：保留摘要turn + 最近5筆（STM_KEEP_AFTER_CONS=5）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5687568"/>
            <a:ext cx="562356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57332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⑫ 更新權重+推進天數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60716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weight_adapter.update_weights()；character.advance_day()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2026-05-19T12:06:39Z</dcterms:created>
  <dcterms:modified xsi:type="dcterms:W3CDTF">2026-05-19T12:06:39Z</dcterms:modified>
</cp:coreProperties>
</file>
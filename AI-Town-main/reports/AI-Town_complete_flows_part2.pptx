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2｜模擬：Amy 遇到陌生客人（→ intuitive）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303520" cy="256032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情境設定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時間：第3天 09:30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地點：咖啡廳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當前行動：賣咖啡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YOLO：「咖啡廳內有1個陌生人，從未見過」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scene_text：「一個完全陌生的男人走進咖啡廳，Amy從未見過他」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input_text：「陌生男子：請給我一杯美式」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53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情緒：平靜（基礎閾值0.45）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749808"/>
            <a:ext cx="6309360" cy="530352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777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計算過程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117043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U 計算：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Markov上一tick：賣咖啡 0.55（rank1），對話 0.30（rank2）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73736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gap = 0.55 − 0.30 = 0.25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U = max(0.0, 1.0 − 0.25×2) = 0.50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235915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K 計算：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65176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無邏輯衝突pair命中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9260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無強情緒關鍵字（「陌生人」不在K列表）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32004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無一般情緒關鍵字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47472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K = 0.00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382219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S 計算：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1148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LTM已有摘要（非第一天）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438912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 含「從未見過」→ _MID_HIGH_SURPRISE_KW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46634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 = 0.50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501091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C 計算：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530352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 = 0.4×0.50 + 0.3×0.00 + 0.3×0.50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55778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 = 0.20 + 0.00 + 0.15 = 0.35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429000"/>
            <a:ext cx="5303520" cy="2606040"/>
          </a:xfrm>
          <a:prstGeom prst="rect">
            <a:avLst/>
          </a:prstGeom>
          <a:solidFill>
            <a:srgbClr val="00B894">
              <a:alpha val="12000"/>
            </a:srgbClr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56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決策結果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8587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情緒：平靜 → 調整 +0.00 → 最終閾值 0.45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19709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K = 0.00 &lt; 0.50  →  不強制 deliberate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53542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 = 0.35 &lt; 閾值 0.45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87375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→ 結果：intuitive（Markov 機率路徑）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52120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行動：機率最高為「賣咖啡」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555040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不呼叫 Phi-3.5 模型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2｜模擬：Amy 收到 Ben 告白（→ deliberate）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303520" cy="233172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情境設定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時間：第3天 14:00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地點：咖啡廳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當前行動：休息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input_text：「Ben：Amy，我一直很在意你，你願意和我交往嗎？」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scene_text：「Ben神情認真，Amy心跳加速，思緒很亂」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情緒：緊張（基礎閾值0.45 + 0.10 = 0.55）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749808"/>
            <a:ext cx="6309360" cy="502920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777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計算過程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17043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K 計算：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combined = input_text + yolo_desc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邏輯衝突：「休息」不在衝突行動列表 → +0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 含「心跳加速」→ 一般情緒KW +0.25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 含「思緒很亂」→ 強情緒KW +0.45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56032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K = min(0.25+0.45, 1.0) = 0.70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90779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S 計算：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2004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場景無驚訝關鍵字 → S = 0.00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354787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U 計算：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38404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機率均勻：對話0.35，休息0.30，gap=0.05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41148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U = max(0, 1.0 − 0.05×2) = 0.90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446227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C 計算：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47548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 = 0.4×0.90 + 0.3×0.70 + 0.3×0.00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50292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 = 0.36 + 0.21 + 0.00 = 0.57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200400"/>
            <a:ext cx="5303520" cy="2834640"/>
          </a:xfrm>
          <a:prstGeom prst="rect">
            <a:avLst/>
          </a:prstGeom>
          <a:solidFill>
            <a:srgbClr val="E94560">
              <a:alpha val="12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227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決策結果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362102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情緒：緊張 → 調整 +0.10 → 最終閾值 0.55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395935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K = 0.70 ≥ 0.50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2976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→ 強制 deliberate（K override，不看C值）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463600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呼叫 Phi-3.5-Vision-Instruct 模型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97433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模型組 LTM + STM prompt 推理回應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531266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 = 0.57 也 ≥ 0.55（兩個條件都成立）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3a｜Markov 引擎 — 四來源加權機率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430000" cy="594360"/>
          </a:xfrm>
          <a:prstGeom prst="rect">
            <a:avLst/>
          </a:prstGeom>
          <a:solidFill>
            <a:srgbClr val="1A1A2E">
              <a:alpha val="95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86384"/>
            <a:ext cx="11247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P_final(a) = α·P_sched(a) + β·P_iner(a) + γ·P_situ(a) + δ·P_value(a)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577840" cy="246888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α — schedule_score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α = 0.40（正常）/ 0.10（重大事件）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1579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輸入：當前時間表時段 {time, action, location}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完全匹配 action → 1.0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同類別（同job_category）→ 0.5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8094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不相關 → 0.0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「前往」特例：未到目的地提升0.6，已到×0.3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295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Softmax 溫度 T=0.4（低溫使高分更突出）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577840" cy="246888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508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β — inertia_score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8562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β = 0.30（固定）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1579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輸入：最近N筆STM行動動詞序列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43230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歷史不足2筆 → 退回均勻分布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70662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統計：current_verb → 各行動的轉移次數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98094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Laplace平滑：count = transitions.get(a,0) + 1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25526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score[a] = math.log(count)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5295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Softmax 溫度 T=1.0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5577840" cy="246888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605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γ — situation_score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5079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γ = 0.30（正常）/ 0.60（重大事件）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80974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輸入：yolo_desc + scene_text + location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08406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ACTION_KEYWORD_BOOST：每命中關鍵字 +0.15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3583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EMOTION_TO_ACTION_BOOST：情緒→特定行動加成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63270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同地點有人：對話 +0.30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90702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Softmax 溫度 T=1.0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114800"/>
            <a:ext cx="5577840" cy="2468880"/>
          </a:xfrm>
          <a:prstGeom prst="rect">
            <a:avLst/>
          </a:prstGeom>
          <a:solidFill>
            <a:srgbClr val="E17055">
              <a:alpha val="10000"/>
            </a:srgbClr>
          </a:solidFill>
          <a:ln w="19050">
            <a:solidFill>
              <a:srgbClr val="E170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1605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7055"/>
                </a:solidFill>
              </a:rPr>
              <a:t>δ — value_score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45079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δ = 0.15（需有action_values才啟用，否則=0）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480974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輸入：ActionValueTracker.get_scores()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508406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正值行動 → 傾向選擇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53583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負值行動 → 傾向迴避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563270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shift最小值歸0後 softmax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590702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無記錄時 δ=0，三源合一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Layer 3a｜特殊機制：睡覺時間曲線 + 重大事件 + 正規化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6949440" cy="2743200"/>
          </a:xfrm>
          <a:prstGeom prst="rect">
            <a:avLst/>
          </a:prstGeom>
          <a:solidFill>
            <a:srgbClr val="16213E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睡覺時間修正曲線（_time_sleep_score）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時間段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70432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ts 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86200" y="1170432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scale = exp(ts×2)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170432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效果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07:00–18:00（工作）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600200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ts = −1.5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1600200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exp(−3.0) ≈ 0.050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睡覺機率 ≈ 保底0.005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02996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18:00–23:00（漸進）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02996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ts: 0.0→+0.5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202996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exp(ts) ≈ 1.0→1.65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02996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睡覺機率線性回升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45973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23:00+ （深夜）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45973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ts = +0.5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245973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exp(0.5) ≈ 1.65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245973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睡覺機率提升65%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749808"/>
            <a:ext cx="4663440" cy="228600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7772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重大事件權重切換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35240" y="11704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觸發條件：K ≥ MAJOR_EVENT_K_THRESHOLD = 0.60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35240" y="150876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2520" y="150876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α(sched)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29800" y="150876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β(iner)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27080" y="150876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γ(situ)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193852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正常模式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32520" y="193852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0.40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29800" y="193852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0.30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27080" y="193852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0.30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35240" y="236829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事件模式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236829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</a:rPr>
              <a:t>0.10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29800" y="236829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</a:rPr>
              <a:t>0.30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27080" y="236829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4560"/>
                </a:solidFill>
              </a:rPr>
              <a:t>0.60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35240" y="24231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6E72"/>
                </a:solidFill>
              </a:rPr>
              <a:t>目的：模擬「地震時有人繼續工作、有人逃跑」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36E72"/>
                </a:solidFill>
              </a:rPr>
              <a:t>情境權重大增，時間表影響降低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657600"/>
            <a:ext cx="11795760" cy="2194560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68503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最終正規化與保底機制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409651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① 合併：P_raw(a) = α·P_sched + β·P_iner + γ·P_situ + δ·P_value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441655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② 保底：final_prob(a) = max(P_raw(a), MIN_PROB_FLOOR)  where MIN_PROB_FLOOR = 0.005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02920" y="473659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③ 正規化：total = Σ final_prob(a)，p(a) = round(final_prob(a) / total, 4)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505663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④ 修正浮點誤差：確保所有行動機率總和精確 = 1.0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02920" y="5376672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⑤ 對話目標解析：選到「對話」且同地點有人 → target = 第一個同地點角色；無人可對話 → 重新採樣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3a｜模擬：Amy 咖啡廳 08:30 機率計算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577840" cy="210312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情境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時間：08:30（第3天）   地點：咖啡廳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時間表：{08:30, 賣咖啡, 咖啡廳}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最近STM行動：["前往","整理店面","賣咖啡","賣咖啡"]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YOLO：「咖啡廳有1個客人、1個杯子、1個咖啡機」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68296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同地點角色：[]（無）   情緒：平靜   重大事件：否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5577840" cy="1691640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992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A. schedule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</a:rPr>
              <a:t>賣咖啡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63240" y="33375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1.0 → softmax(T=0.4)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33375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</a:rPr>
              <a:t>≈ 0.62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</a:rPr>
              <a:t>work類（收銀/補貨）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37033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0.5 → softmax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7033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</a:rPr>
              <a:t>各≈ 0.09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</a:rPr>
              <a:t>其他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63240" y="40690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0.0 → softmax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406908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</a:rPr>
              <a:t>各≈ 0.01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971800"/>
            <a:ext cx="5577840" cy="1691640"/>
          </a:xfrm>
          <a:prstGeom prst="rect">
            <a:avLst/>
          </a:prstGeom>
          <a:solidFill>
            <a:srgbClr val="0F3460">
              <a:alpha val="8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9992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B. inertia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3375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</a:rPr>
              <a:t>current_verb = "賣咖啡"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15400" y="33375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0" y="33375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7033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</a:rPr>
              <a:t>賣咖啡→賣咖啡 count=2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15400" y="37033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log(2)≈0.693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81360" y="37033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≈ 0.45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069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</a:rPr>
              <a:t>其他 count=1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15400" y="40690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log(1)=0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406908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≈ 0.028各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00600"/>
            <a:ext cx="5577840" cy="1691640"/>
          </a:xfrm>
          <a:prstGeom prst="rect">
            <a:avLst/>
          </a:prstGeom>
          <a:solidFill>
            <a:srgbClr val="E94560">
              <a:alpha val="8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280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C. situation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51663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</a:rPr>
              <a:t>賣咖啡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63240" y="51663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命中「客人」「咖啡」→+0.30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51663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≈ 0.38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5321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</a:rPr>
              <a:t>收銀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63240" y="55321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命中「客人」→+0.15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55321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≈ 0.28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58978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</a:rPr>
              <a:t>對話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063240" y="58978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無同地點角色→+0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589788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≈ 0.02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4800600"/>
            <a:ext cx="5577840" cy="1691640"/>
          </a:xfrm>
          <a:prstGeom prst="rect">
            <a:avLst/>
          </a:prstGeom>
          <a:solidFill>
            <a:srgbClr val="E17055">
              <a:alpha val="8000"/>
            </a:srgbClr>
          </a:solidFill>
          <a:ln w="19050">
            <a:solidFill>
              <a:srgbClr val="E170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48280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</a:rPr>
              <a:t>D. value (δ=0)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09360" y="51663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</a:rPr>
              <a:t>無action_values記錄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915400" y="51663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均勻分布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881360" y="51663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</a:rPr>
              <a:t>無效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09360" y="55321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</a:rPr>
              <a:t>δ = 0.0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915400" y="55321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</a:rPr>
              <a:t>不參與合併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881360" y="55321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</a:rPr>
              <a:t>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26480" y="749808"/>
            <a:ext cx="6035040" cy="2103120"/>
          </a:xfrm>
          <a:prstGeom prst="rect">
            <a:avLst/>
          </a:prstGeom>
          <a:solidFill>
            <a:srgbClr val="1A1A2E">
              <a:alpha val="92000"/>
            </a:srgbClr>
          </a:solidFill>
          <a:ln w="25400">
            <a:solidFill>
              <a:srgbClr val="FDCB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7772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</a:rPr>
              <a:t>最終合併（α=0.4, β=0.3, γ=0.3, δ=0）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263640" y="114300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賣咖啡：0.4×0.62 + 0.3×0.45 + 0.3×0.38 = 0.248+0.135+0.114 = 0.497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63640" y="146304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收 銀：0.4×0.09 + 0.3×0.028 + 0.3×0.28 ≈ 0.036+0.008+0.084 = 0.128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63640" y="178308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對 話：0.4×0.01 + 0.3×0.028 + 0.3×0.00 ≈ 0.004+0.008+0 = 0.012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63640" y="210312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睡 覺：08:30 屬工作時段，ts=-1.5，scale≈0.05 → 大幅壓制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63640" y="242316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CB6E"/>
                </a:solidFill>
              </a:rPr>
              <a:t>正規化後 TOP：賣咖啡≈0.507, 收銀≈0.131, 補貨≈0.082...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Layer 3b｜Deliberate 路徑 — LTM 擴散激活 + Phi-3.5 推理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795760" cy="141732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9552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① auto_query_nodes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7957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組合查詢節點：角色自己 + 對話對象 + 同地點角色 + 當前位置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5389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+ 最近3筆STM中出現的角色名字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2821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範例：["Amy", "Ben", "咖啡廳"]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11795760" cy="141732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0428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</a:rPr>
              <a:t>② spreading_retrieve（BFS 擴散激活）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8833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起始節點活化值 = 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6265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prop_activation_at_hop = activation_decay^(hop-1) = 0.4^(hop-1)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3697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hop=1: activation=1.0   hop=2: activation=0.4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1129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過濾：activation &lt; HAM_RETRIEVE_THRESHOLD(0.3) → 不取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8561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HAM_TRAVERSE_MAX_HOPS = 2  HAM_ACTIVATION_DECAY = 0.4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5993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排序：activation降序，相同則hops升序，取 top_k=20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67328"/>
            <a:ext cx="11795760" cy="141732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1304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</a:rPr>
              <a:t>③ propositions_to_narrative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19709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將 HAM 5元組轉換為自然語言敘述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47141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範例：{Amy, 遇見, Ben, 咖啡廳, 第3天早上}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74573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 「你在第3天早上在咖啡廳遇見Ben。」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02005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組成多段 LTM 上下文文字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276088"/>
            <a:ext cx="11795760" cy="141732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32180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④ build_deliberate → 呼叫 Phi-3.5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70585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組裝完整 prompt：角色設定 + LTM敘述 + STM最近5筆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98017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+ 困惑度數值 + 當前情境 + 問題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25449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max_tokens 依場景設定（通常200-500）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52881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輸出：action + target + content + thought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2026-05-19T12:03:57Z</dcterms:created>
  <dcterms:modified xsi:type="dcterms:W3CDTF">2026-05-19T12:03:57Z</dcterms:modified>
</cp:coreProperties>
</file>